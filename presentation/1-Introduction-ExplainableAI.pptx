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1" r:id="rId3"/>
    <p:sldId id="257" r:id="rId4"/>
    <p:sldId id="423" r:id="rId5"/>
    <p:sldId id="425" r:id="rId6"/>
    <p:sldId id="424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3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5B4A6-F6ED-41A2-91E7-92EA26A78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8005F-CED1-4621-9110-C690C6CDC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A3DF1-419F-4396-AE23-2FADD3683DA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7E25C-2D8D-41AA-8748-E6D60FE01D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82668-E5B5-46EE-9C93-F2CE7B1769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5D8C8-2A11-4FB2-BD5D-E4BDAB38F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7821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6DFB3-D709-4817-8757-3B1955B6C311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57952-1A80-46FA-8548-97740383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150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774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00D0-CDFC-CA77-6D6E-9A22AA03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470FA-55C8-8294-9478-658517B77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A88E8-40F8-486F-A294-6DAF1E999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599C9AB-CB3D-9833-F783-0B0FDC965B2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39B4E-D5C5-CCCF-8B62-083EDACA6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856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8B1B-81D2-E8CA-158F-8AE2E8B0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C0506-1A81-1217-5DAF-7B06BC81C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98973-376A-D48A-6A92-38F17A530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52B21E1-855D-2A64-10E9-FF57237CB5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CFB7F-EBE9-7E54-8AC5-8748AF2D4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471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80BB-C0FB-09C0-BADC-1342164A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072F9-9638-E231-6CEE-4A3DAA436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84B28-DCEB-9E25-A819-99E2C3AFF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6CA2AD4-FA1E-7BEA-F653-2DBEE334DB0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8A642-0092-01E9-17D4-C8692FE46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983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D3B-6AC6-1250-86DE-3E746069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ADE4-7624-E276-7308-3169B64AF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3D416-80CF-8677-CD2E-90B5DCEE5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64F9D26-77E0-7DEF-B1FD-4CD09AA32E4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792FA-C6BC-0996-1104-A3121E341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337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BE0A-CCC0-248C-204A-D2F1294A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DF895-178A-BDEE-605B-2140C95A2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2ABEC-4642-D246-E05C-C0FEB1626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4B0656E-2377-4D16-255A-5B056508D9C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76F04-462D-9AC4-B1AE-7D6AE75AA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890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4644-7EF0-1DD0-1AEF-8417C2BF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1F1C9-A2E8-24BF-921C-689EE21D2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230B0-6B47-F06D-3F11-7F49066BE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CAABDF-6DF8-19F8-2CEF-AA9C87475C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BEE99-729B-D837-72FD-23713F3BD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14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F5A1-FE56-2124-F02D-7C17A4ED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F3447-D0F9-57A0-D346-495B2EFD5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F9CC6-83A0-1A76-236F-6DDBB921D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DF93BD8-C3CD-E460-8A9B-784B979DFF9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3420A-1DAC-2031-62A3-676BADD5A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878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8806-95C5-FE56-6F3B-7C0CEE22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B5E13-D69B-B5FF-2FB7-6BDA33896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86794-13C1-461A-25CB-77ADE39CE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6580003-982F-C69F-5D57-9ED46D4CC00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BE849-BCBD-7DD4-7C93-C6AF435F5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782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EEB8-7EE1-DC47-006A-142C8105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892FB-87F9-B88B-68C4-F33C52B2B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2D187-826F-5EFC-A98A-91A74507F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76BEDC0-09E7-4133-C312-9F85C107D1D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1BBFA-0C56-D1FC-CA98-8444078C7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55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000D-900A-6E37-1BAA-62645B22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DCDD5-153C-7C4B-8F00-FAA0EEF3E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174BD-66D6-A52B-F883-606B1316F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8D0478-69AE-DDE0-66DF-E4F91FEF07F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1C7D8-1D53-3136-FBFB-FB144C954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23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08A7-9226-1616-A47D-46FB2DEA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E91F7-0F96-B23F-2BF3-D322F7969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CC3C0-0CF1-A3CF-F096-27278F1BF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3535DF1-36A6-021C-6CCB-4083FC79EB6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CB237-B38C-493E-05BA-934E2E014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01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BC2B-6A05-6DAB-6C3A-C622D74F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6A37A-0260-8651-0642-5F6FFC86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B0843-53AF-4FC4-ADB0-C4F97A456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366B662-E848-8BC3-E2AE-63B2F303B7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2F70D-7960-1D1A-C6E9-FD9652512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64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C41B-E9E9-489D-B260-27118C51A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C4B8-CEE0-48BD-992B-814D7C429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0641-E2DC-4375-B272-231AFBA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9D9-0201-491D-850A-4E48B8CC6FB5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9137-1D30-43E0-932D-1EB873CE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B4F9-BFE1-4F47-8160-278C84DA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8CD0-CC09-4685-A6E3-C9BBA661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0423-F94B-4A20-BA08-6E113BA1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264F-4D1D-42F9-B1ED-BEA4739C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5BB6-7F57-4C30-AECB-DA0D27197DA6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4A2-22EA-44B0-B219-7CB71AB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506A-7EAE-470A-B749-0B43FF1F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8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BCC-6658-4BBB-B1FE-8A51C995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9F01-5596-4590-B4B8-A77BBB85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DB20-F694-46E7-BA2E-E379D0D0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85B2-39A4-4814-A92A-2973CDC9102C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FA37-DFF6-49FE-A511-D986E443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922A-582D-412F-8D08-1961EB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2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A0B4-7DDD-456B-868E-04A488A1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254B-1F41-4F92-8B68-9C674549E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EA022-5DE4-44D3-9F22-F814D27A1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B7E97-0CE2-40EF-9035-BABECA59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93A2-8117-48A4-9605-23EE94DF99C3}" type="datetime1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F199-F1D8-4F41-9729-7407231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8860-A321-47E1-A901-9A31ACA8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8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48B7-EEB8-49FB-A0B5-6537290A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ACF7-9B14-4029-B2E7-54EE46CF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A818-DC40-495F-BA3A-ECE379EE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8DDCE-3A75-4288-862A-FEC0EAD1A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4CC0A-DC5F-415B-8B31-0ABF5A83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0FD2E-C50D-41E4-B63A-E027608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C8FC-84AC-4C10-ACC0-BD7AF63F7665}" type="datetime1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C346B-A211-4AB4-8CD0-78AECC55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B9F66-7773-41D1-BAC7-1779C683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0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23AA-C80A-48BC-AEC6-7DEB4852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2A346-0D1B-4256-9132-CB879CE9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B640-F7B0-4E9F-B479-2364AFCFD561}" type="datetime1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8BFEC-7F4E-42A1-8F8B-C963212F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053D-177C-48FE-94BB-7D2BD72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B7B5B-8618-4598-A42F-E77A5E7A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55B1-F658-4E21-B29B-5C46404C65AF}" type="datetime1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4A9AA-34C8-47A8-8FB6-82529E44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D80E-88A3-4F3A-9F53-55EC3AC3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1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D3AA-A5E3-4783-9DBA-B91ABD3F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636D-3601-4BD1-ACEB-BBC34281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0A2C8-4279-438E-87E0-A01F76262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60658-7026-4AFD-BCDA-22137F6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127A-0CB8-41EB-AC70-2B05AA20CEB4}" type="datetime1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149A-2D3F-414A-8383-27F6EC7B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4C9F-0C49-4ED0-AEAE-CBB1E79D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40B7-5D4B-4A58-B13A-74F6D61D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FA2D4-EE9C-48E1-87D3-42D611AA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3D02-5D72-4538-BA17-9869B87C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4831-4453-4D03-A9AA-7C6196C8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169A-C6D0-47B8-83D4-F4CEB7EC43EC}" type="datetime1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C28A-74DE-4994-8DF8-7BF27E18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F87BE-663F-48C0-BE8A-EAA4B768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6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CFDE-0066-424F-8AD8-B8B63F4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7B97-FA2A-4591-8DD4-3BF59637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EE0-3A36-4DA0-8C70-B2F55A23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E471-E374-414F-ACAE-271604EC180C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91D9F-1AA2-4DC0-ABDD-E386B07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0BF8-EA9D-4436-8B54-135D36BD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7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BC0A2-01C6-47DB-93BE-DB08598B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C7C24-10B7-4275-A1D4-1C14E6189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6E22-37F2-4165-A9BB-2109D04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09059-F8BB-4ED7-ABCA-C2BF3D4995E6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818C-8238-4212-9546-A9BA9398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79E6-8F9D-4249-B9F7-352C3C52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9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1CC49-6A6E-4458-B7D5-F57D53C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71B4D-5EE4-4B37-8114-5D368C160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161EA-61A4-45FE-B63D-DC877E80F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274BC-1E24-44A8-9040-DB21F7AFD224}" type="datetime1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97DB-E57A-4B4A-A292-2720D15B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2572-16A3-43B1-A9DF-51746626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4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ushalya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48"/>
            <a:ext cx="9144000" cy="200638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</a:rPr>
              <a:t>Introduction to </a:t>
            </a:r>
            <a:r>
              <a:rPr lang="en-US" sz="2400" b="1" dirty="0" err="1">
                <a:solidFill>
                  <a:srgbClr val="000000"/>
                </a:solidFill>
                <a:latin typeface="Aptos" panose="020B0004020202020204" pitchFamily="34" charset="0"/>
              </a:rPr>
              <a:t>ExplainableAI</a:t>
            </a: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</a:rPr>
              <a:t> (XAI)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br>
              <a:rPr lang="en-US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www.kaushalya.tech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0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D3BD-21ED-4200-A35D-5864E79F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E32C-01B9-4D24-8F7D-680E6749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Raghu Prasad – BE, MS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of 30 years of experience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 years as a lecturer in an Engineering College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23 Years into IT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companies like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CISCO,CSC,ICICI,First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Apex – NTT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Currently into Corporate training and consultancy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corporates and public sector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Service Offerings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In person/On-line/Corporate/Academic Institutes</a:t>
            </a:r>
          </a:p>
          <a:p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Consultancy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Consultant to vendor of Atal Tinkering Lab/ECIL-ECIT,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Incarnus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Healthcare Service Provider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Java,Python,Web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technologies,Java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Script technologies (MEAN stack),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IOT,Test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Automation,Machine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Learning,Artificial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Intelligence,ERP,.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NET,Cloud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Computing,Devops,MLOps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ILinkDigital,Operative,Flatworld,IQVIA,Sony,Philips,L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T,NextGen,Incarnus,Aspire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system,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NewHorizonCollege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Engineering,NIE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Mysore,Acharya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College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Engineering,SIT-Tumakuru,BGS-IT,Sindhi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College,Malnad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Enginering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 College of Management, REVA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University,Nagarjuna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College,Dayanand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Sagar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-Imphal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24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Overview of Explainable AI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9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4A64-EAFE-45BC-9CCE-A0D887F4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Explainable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8AFD-2F09-4916-BA37-A771E8E18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0888F-A4E5-7C1D-36E2-39171E392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48" y="1590418"/>
            <a:ext cx="98027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0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54BCE-5895-7241-97C5-ACD16BB4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B00E-4C6E-5334-7F1D-6AF1FEF1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55B66-13D0-932A-C455-1DC7128C6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8F31A-9884-BA28-0814-937F4C25D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51" y="1852392"/>
            <a:ext cx="9297698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0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AD7C-CDCD-151F-CBAC-E71023D7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71D3-4609-7511-F4AB-D4C883FB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Explainable AI – Government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B6365-1090-1830-835E-8F6D94875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5EB88-41A2-817F-9DE6-E1F2513B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" y="1690445"/>
            <a:ext cx="10350909" cy="3477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17C2D1-44E7-6A35-EB62-F54A19045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90" y="5167555"/>
            <a:ext cx="10350909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0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B908-0EB3-68AF-FCA3-824C5970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37CB-0702-326A-1F91-A87CFBEC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E24D-79EB-7317-699F-78A954A55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06BA9-2B4B-3AC2-7546-9CF004349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4503"/>
            <a:ext cx="10301748" cy="48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F5107-6803-ED3B-D836-3CA6A65D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4871-DEB8-D14C-50AD-EF15604F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Trent on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FEF2-5613-2ED8-FB0A-95A7FAC2D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1F9BB-89DE-27E9-732C-5A841DAF0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6" y="1690687"/>
            <a:ext cx="10282084" cy="390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711D5-1FBD-359C-5D16-DFF3FD77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ED1-ED35-6605-10BC-2FA22AEA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Vs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24CB0-9EB5-E177-B3C7-2C58D209D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A562B-E3D6-34C2-D9F2-E8D280E8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23" y="1825625"/>
            <a:ext cx="8190271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6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93AD-2AF2-DEA3-7F1A-83356EB1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D307-EDAB-6D48-710B-71FC7E74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9FCC-93AE-B1E8-B476-E5603EC3B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03ED69-E4BD-6B52-41E4-B00801C12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6" y="1825625"/>
            <a:ext cx="5309419" cy="3334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D5725D-F8D7-15E7-C5BD-3A7C23733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794" y="1719024"/>
            <a:ext cx="5466734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0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563B-10DE-455E-3868-C649E95A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93FD-A640-4F53-D0A4-92D72AD4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2B295-E937-BDD0-CE86-66B9E4B8C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3A954-587B-74F5-0FAD-34A64904F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29" y="1599944"/>
            <a:ext cx="531925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F3D5-CB3B-D0CF-2835-139035C4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C5D3-3DAE-5097-B595-DA440138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1173-4E65-49E1-FE09-EA2DECD9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4D4B2-F004-63A0-D604-CA9A33F73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61" y="1825625"/>
            <a:ext cx="9688277" cy="353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15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178D-6347-1AD7-2DCD-46E305BD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68A4-C69B-D867-B7D2-AD1B4CC4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of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F365-0DDB-3EA7-2E5D-64574734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A2B13-F209-371C-4875-1D97F15D8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02" y="2066735"/>
            <a:ext cx="5172797" cy="2724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A73E20-1752-4F0C-CE2A-94459BA7B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999" y="1337186"/>
            <a:ext cx="5777718" cy="552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4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3F44-AB4A-E523-D3C0-BBD40657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A9A8-9B0E-0E97-079E-CCD8051D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of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015C-6FFC-7ABE-BAAD-4BB514C78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F5DC5-7BE1-E89D-794B-9A2A7BDFA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56" y="1885734"/>
            <a:ext cx="9945488" cy="3086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BB17A4-7300-6E47-17D2-F14EDC48C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970" y="5060192"/>
            <a:ext cx="4544059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9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1E9E5-3D5F-DE72-C601-1C0DACDA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DB51-DDA1-E9B9-6C63-09506FCC1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F530-1D4A-5BC4-7F2B-B1841F5F1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0AA14-6C77-C409-7524-F2731DECC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84" y="1690688"/>
            <a:ext cx="9780675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8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7937-F1AD-1B84-C71E-E2915E6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D183-2D5A-6727-F9D6-129E3CE0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6FED-552B-7672-D132-C7F560444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Vizuara</a:t>
            </a:r>
            <a:r>
              <a:rPr lang="en-US" dirty="0">
                <a:solidFill>
                  <a:srgbClr val="FF0000"/>
                </a:solidFill>
              </a:rPr>
              <a:t> - https://www.youtube.com/watch?v=-cRzYyTTjzY&amp;list=PLPTV0NXA_ZShaln9GfiHO_c0HzOSqLOGv&amp;index=12</a:t>
            </a:r>
          </a:p>
        </p:txBody>
      </p:sp>
    </p:spTree>
    <p:extLst>
      <p:ext uri="{BB962C8B-B14F-4D97-AF65-F5344CB8AC3E}">
        <p14:creationId xmlns:p14="http://schemas.microsoft.com/office/powerpoint/2010/main" val="3169540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2356"/>
            <a:ext cx="9144000" cy="935575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42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11503</TotalTime>
  <Words>577</Words>
  <Application>Microsoft Office PowerPoint</Application>
  <PresentationFormat>Widescreen</PresentationFormat>
  <Paragraphs>87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Office Theme</vt:lpstr>
      <vt:lpstr>Introduction to ExplainableAI (XAI)  </vt:lpstr>
      <vt:lpstr>Introduction</vt:lpstr>
      <vt:lpstr>Topics</vt:lpstr>
      <vt:lpstr>Overview of Explainable AI</vt:lpstr>
      <vt:lpstr>Need for XAI</vt:lpstr>
      <vt:lpstr>Overview of Explainable AI – Government Regulations</vt:lpstr>
      <vt:lpstr>History of XAI</vt:lpstr>
      <vt:lpstr>Google Trent on XAI</vt:lpstr>
      <vt:lpstr>Interpretability Vs Accuracy</vt:lpstr>
      <vt:lpstr>Interpretability in Linear Regression</vt:lpstr>
      <vt:lpstr>Interpretability in Linear Regression</vt:lpstr>
      <vt:lpstr>Interpretability in Linear Regression</vt:lpstr>
      <vt:lpstr>Interpretability of Decision Trees</vt:lpstr>
      <vt:lpstr>Interpretability of Neural Network</vt:lpstr>
      <vt:lpstr>Applications of XAI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raghu prasad</dc:creator>
  <cp:lastModifiedBy>raghu prasad konandur</cp:lastModifiedBy>
  <cp:revision>740</cp:revision>
  <dcterms:created xsi:type="dcterms:W3CDTF">2017-06-25T15:07:02Z</dcterms:created>
  <dcterms:modified xsi:type="dcterms:W3CDTF">2025-09-23T04:39:07Z</dcterms:modified>
</cp:coreProperties>
</file>